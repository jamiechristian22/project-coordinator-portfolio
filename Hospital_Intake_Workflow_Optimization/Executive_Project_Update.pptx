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Registration Min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14.8</c:v>
                </c:pt>
                <c:pt idx="1">
                  <c:v>13.2</c:v>
                </c:pt>
                <c:pt idx="2">
                  <c:v>11.6</c:v>
                </c:pt>
                <c:pt idx="3">
                  <c:v>10.1</c:v>
                </c:pt>
                <c:pt idx="4">
                  <c:v>8.9</c:v>
                </c:pt>
                <c:pt idx="5">
                  <c:v>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 Min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31.0</c:v>
                </c:pt>
                <c:pt idx="1">
                  <c:v>28.5</c:v>
                </c:pt>
                <c:pt idx="2">
                  <c:v>25.0</c:v>
                </c:pt>
                <c:pt idx="3">
                  <c:v>22.3</c:v>
                </c:pt>
                <c:pt idx="4">
                  <c:v>19.8</c:v>
                </c:pt>
                <c:pt idx="5">
                  <c:v>17.2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Form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68</c:v>
                </c:pt>
                <c:pt idx="3">
                  <c:v>79</c:v>
                </c:pt>
                <c:pt idx="4">
                  <c:v>88</c:v>
                </c:pt>
                <c:pt idx="5">
                  <c:v>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Error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8.7</c:v>
                </c:pt>
                <c:pt idx="1">
                  <c:v>7.1</c:v>
                </c:pt>
                <c:pt idx="2">
                  <c:v>5.6</c:v>
                </c:pt>
                <c:pt idx="3">
                  <c:v>4.1</c:v>
                </c:pt>
                <c:pt idx="4">
                  <c:v>2.9</c:v>
                </c:pt>
                <c:pt idx="5">
                  <c:v>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Analysis</c:v>
                </c:pt>
                <c:pt idx="1">
                  <c:v>Digital Intake</c:v>
                </c:pt>
                <c:pt idx="2">
                  <c:v>Eligibility</c:v>
                </c:pt>
                <c:pt idx="3">
                  <c:v>Training</c:v>
                </c:pt>
                <c:pt idx="4">
                  <c:v>Pilot/QA</c:v>
                </c:pt>
                <c:pt idx="5">
                  <c:v>Rollout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18000</c:v>
                </c:pt>
                <c:pt idx="1">
                  <c:v>26000</c:v>
                </c:pt>
                <c:pt idx="2">
                  <c:v>15000</c:v>
                </c:pt>
                <c:pt idx="3">
                  <c:v>16000</c:v>
                </c:pt>
                <c:pt idx="4">
                  <c:v>12000</c:v>
                </c:pt>
                <c:pt idx="5">
                  <c:v>18000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Analysis</c:v>
                </c:pt>
                <c:pt idx="1">
                  <c:v>Digital Intake</c:v>
                </c:pt>
                <c:pt idx="2">
                  <c:v>Eligibility</c:v>
                </c:pt>
                <c:pt idx="3">
                  <c:v>Training</c:v>
                </c:pt>
                <c:pt idx="4">
                  <c:v>Pilot/QA</c:v>
                </c:pt>
                <c:pt idx="5">
                  <c:v>Rollout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17400</c:v>
                </c:pt>
                <c:pt idx="1">
                  <c:v>27150</c:v>
                </c:pt>
                <c:pt idx="2">
                  <c:v>14400</c:v>
                </c:pt>
                <c:pt idx="3">
                  <c:v>15350</c:v>
                </c:pt>
                <c:pt idx="4">
                  <c:v>11800</c:v>
                </c:pt>
                <c:pt idx="5">
                  <c:v>17050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Hospital Intake Workflow Optimization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Executive Project Update | Simulated Portfolio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Operational improvement and project controls at closeout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7.6 min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17.2 min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Wait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Digital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1.8%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Data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17373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4.6/5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Registration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44.5%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Wait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926080"/>
            <a:ext cx="201168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As-Is vs. To-Be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AS-IS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Paper / duplicate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TO-BE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Digital pre-registration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AS-IS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Insurance verification after arrival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TO-BE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Pre-arrival eligibility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AS-IS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Repeated demographic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TO-BE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Verified demographic prepopulation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AS-IS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Late missing-field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TO-BE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Real-time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AS-IS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Inconsistent clinical handoff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4754880" cy="603504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7365D"/>
                </a:solidFill>
              </a:defRPr>
            </a:pPr>
            <a:r>
              <a:t>TO-BE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Standard readiness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Registration &amp; Wait-Time Improvement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7680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869680" y="1645920"/>
            <a:ext cx="210312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-48.6%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2926080"/>
            <a:ext cx="210312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-44.5%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Wait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Adoption, Quality &amp; Experience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645920"/>
            <a:ext cx="228600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Digital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834640"/>
            <a:ext cx="228600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1.8%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Data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023360"/>
            <a:ext cx="228600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4.6 / 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Milestone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Charter Approved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060704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As-Is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682495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To-Be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304288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1 day 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Pilot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926080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1 day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Pilot Exit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547872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Full Rollout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169664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791456"/>
            <a:ext cx="201168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011680"/>
            <a:ext cx="192024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RAID &amp; Defect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I-01 | Score 20 |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Duplicate guarantor mapping defect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D-01 | Score 20 | Complete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Clinical leadership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R-02 | Score 15 |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Eligibility backlog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R-01 | Score 12 |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Emergency digital adoption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R-03 | Score 12 |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Department practice variation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Budget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73736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$105K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92608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$103.15K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Actual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$1.85K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Favorable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Change Control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Approved Changes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Assisted digital intake station in Emergency Intake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Guarantor-field validation rule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Two-day pilot observation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Lessons Learned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Define eligibility queue ownership before shifting work upstream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Use real-time validation to prevent downstream rework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Pair defect severity with operational adoption in pilot exit criteria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Provide department-specific adoption support where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Closeout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Simulated project objectives were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-48.6%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-44.5%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Wait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Digital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+1.8%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7365D"/>
                </a:solidFill>
              </a:defRPr>
            </a:pPr>
            <a:r>
              <a:t>Project Coordinator contribution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Coordinated process mapping, pilot, rollout, stakeholders, RAID, and changes.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Built formula-driven Excel operational reporting and executive visibility.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Tracked workflow efficiency, adoption, quality, satisfaction, milestones, and budget through closeout.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No real patient data or PHI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