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Success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Accounts</c:v>
                </c:pt>
                <c:pt idx="1">
                  <c:v>Contacts</c:v>
                </c:pt>
                <c:pt idx="2">
                  <c:v>Leads</c:v>
                </c:pt>
                <c:pt idx="3">
                  <c:v>Opportunities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99.5</c:v>
                </c:pt>
                <c:pt idx="1">
                  <c:v>99.4</c:v>
                </c:pt>
                <c:pt idx="2">
                  <c:v>99.3</c:v>
                </c:pt>
                <c:pt idx="3">
                  <c:v>99.6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98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UAT Pass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W2</c:v>
                </c:pt>
                <c:pt idx="1">
                  <c:v>W3</c:v>
                </c:pt>
                <c:pt idx="2">
                  <c:v>W4</c:v>
                </c:pt>
                <c:pt idx="3">
                  <c:v>W5</c:v>
                </c:pt>
                <c:pt idx="4">
                  <c:v>W6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86</c:v>
                </c:pt>
                <c:pt idx="2">
                  <c:v>92</c:v>
                </c:pt>
                <c:pt idx="3">
                  <c:v>96</c:v>
                </c:pt>
                <c:pt idx="4">
                  <c:v>98.2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Login Adoption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18</c:v>
                </c:pt>
                <c:pt idx="2">
                  <c:v>49</c:v>
                </c:pt>
                <c:pt idx="3">
                  <c:v>72</c:v>
                </c:pt>
                <c:pt idx="4">
                  <c:v>91</c:v>
                </c:pt>
                <c:pt idx="5">
                  <c:v>98.6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Discovery</c:v>
                </c:pt>
                <c:pt idx="1">
                  <c:v>Config</c:v>
                </c:pt>
                <c:pt idx="2">
                  <c:v>Migration</c:v>
                </c:pt>
                <c:pt idx="3">
                  <c:v>Integration</c:v>
                </c:pt>
                <c:pt idx="4">
                  <c:v>Testing</c:v>
                </c:pt>
                <c:pt idx="5">
                  <c:v>Training</c:v>
                </c:pt>
                <c:pt idx="6">
                  <c:v>Cutover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22000</c:v>
                </c:pt>
                <c:pt idx="1">
                  <c:v>36000</c:v>
                </c:pt>
                <c:pt idx="2">
                  <c:v>24000</c:v>
                </c:pt>
                <c:pt idx="3">
                  <c:v>18000</c:v>
                </c:pt>
                <c:pt idx="4">
                  <c:v>16000</c:v>
                </c:pt>
                <c:pt idx="5">
                  <c:v>14000</c:v>
                </c:pt>
                <c:pt idx="6">
                  <c:v>20000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Discovery</c:v>
                </c:pt>
                <c:pt idx="1">
                  <c:v>Config</c:v>
                </c:pt>
                <c:pt idx="2">
                  <c:v>Migration</c:v>
                </c:pt>
                <c:pt idx="3">
                  <c:v>Integration</c:v>
                </c:pt>
                <c:pt idx="4">
                  <c:v>Testing</c:v>
                </c:pt>
                <c:pt idx="5">
                  <c:v>Training</c:v>
                </c:pt>
                <c:pt idx="6">
                  <c:v>Cutover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21400</c:v>
                </c:pt>
                <c:pt idx="1">
                  <c:v>35450</c:v>
                </c:pt>
                <c:pt idx="2">
                  <c:v>25800</c:v>
                </c:pt>
                <c:pt idx="3">
                  <c:v>17600</c:v>
                </c:pt>
                <c:pt idx="4">
                  <c:v>15450</c:v>
                </c:pt>
                <c:pt idx="5">
                  <c:v>13600</c:v>
                </c:pt>
                <c:pt idx="6">
                  <c:v>19100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Salesforce CRM Implementation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Executive Project Update | Simulated Portfolio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Implementation closed Green across schedule, quality, adoption, and budget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60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72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Config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99.4%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Migration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98.2%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UAT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371600"/>
            <a:ext cx="17373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Adoption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Milestones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+1.1%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Budget Variance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926080"/>
            <a:ext cx="201168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Open Defects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Implementation Scope &amp; Workstreams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0789920" cy="585216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Requirements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Stakeholder interviews, process needs, acceptance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47088"/>
            <a:ext cx="10789920" cy="585216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Salesforce Configuration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Sales Cloud objects, fields, flows, profiles,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51176"/>
            <a:ext cx="10789920" cy="585216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Data Migration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Legacy profiling, cleansing, mapping, mock loads, reconciliation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55264"/>
            <a:ext cx="10789920" cy="585216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Integrations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Email/calendar and marketing handoffs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59352"/>
            <a:ext cx="10789920" cy="585216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Testing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SIT, UAT, defects, permissions,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89920" cy="585216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Enablement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Role-based training, champions, office hours, adoption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67527"/>
            <a:ext cx="10789920" cy="585216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Cutover &amp; Hypercare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Production checklist, go-live, support,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Data Migration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Final migration exceeded the simulated 99% success target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371600"/>
          <a:ext cx="6858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321040" y="164592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14,850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Records Loaded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92608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99.4%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Final Success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20624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Open Migration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UAT &amp; Defect Readiness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71323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03920" y="164592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228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Cases Executed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292608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98.2%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Pass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20624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Open Defects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Training &amp; User Adoption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71323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03920" y="164592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292608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138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Active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20624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Login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Milestones &amp; RAID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All implementation milestones completed; no open RAID items at closeout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60704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09928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Requirements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73352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22576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Solution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286000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1 day 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35224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898648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UAT Sign-Off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511296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Go-Live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123944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8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Hypercare Exit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36592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82880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Milestones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20040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Open RAID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Budget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7680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0" y="173736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$150K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92608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$148.4K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Actual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$1.6K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Favorable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Change Control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7365D"/>
                </a:solidFill>
              </a:defRPr>
            </a:pPr>
            <a:r>
              <a:t>Approved Changes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Lead-source normalization rules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Manager pipeline-hygiene dashboard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Extended hypercare office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7365D"/>
                </a:solidFill>
              </a:defRPr>
            </a:pPr>
            <a:r>
              <a:t>Lessons Learned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Start data profiling during discovery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Pair technical migration success with business reconciliation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Include negative-access tests for permissions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Track adoption after training, not just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Closeout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Simulated implementation objectives were met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99.4%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Migration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98.2%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UAT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+1.1%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7365D"/>
                </a:solidFill>
              </a:defRPr>
            </a:pPr>
            <a:r>
              <a:t>Project Coordinator contribution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Coordinated requirements, build, migration, UAT, training, cutover, and hypercare.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Maintained RAID, milestones, budget, changes, actions, and executive reporting.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Built formula-driven Excel reporting for migration quality, UAT, defects, and adoption.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Salesforce CRM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